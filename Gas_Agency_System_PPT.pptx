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Gas Agency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PPT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  <p:pic>
        <p:nvPicPr>
          <p:cNvPr id="3" name="Picture 2" descr="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Login</a:t>
            </a:r>
          </a:p>
        </p:txBody>
      </p:sp>
      <p:pic>
        <p:nvPicPr>
          <p:cNvPr id="3" name="Picture 2" descr="Us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Registration</a:t>
            </a:r>
          </a:p>
        </p:txBody>
      </p:sp>
      <p:pic>
        <p:nvPicPr>
          <p:cNvPr id="3" name="Picture 2" descr="User_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Cylinder Booking</a:t>
            </a:r>
          </a:p>
        </p:txBody>
      </p:sp>
      <p:pic>
        <p:nvPicPr>
          <p:cNvPr id="3" name="Picture 2" descr="Cylinder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Page</a:t>
            </a:r>
          </a:p>
        </p:txBody>
      </p:sp>
      <p:pic>
        <p:nvPicPr>
          <p:cNvPr id="3" name="Picture 2" descr="Payme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History</a:t>
            </a:r>
          </a:p>
        </p:txBody>
      </p:sp>
      <p:pic>
        <p:nvPicPr>
          <p:cNvPr id="3" name="Picture 2" descr="Book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pic>
        <p:nvPicPr>
          <p:cNvPr id="3" name="Picture 2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